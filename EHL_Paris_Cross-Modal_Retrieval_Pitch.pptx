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6C6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2A3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D1 · Aligned</c:v>
                  </c:pt>
                  <c:pt idx="1">
                    <c:v>D2 · Deformed</c:v>
                  </c:pt>
                  <c:pt idx="2">
                    <c:v>D3 · Pre→intra-op</c:v>
                  </c:pt>
                  <c:pt idx="3">
                    <c:v>MACRO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</c:v>
                </c:pt>
                <c:pt idx="1">
                  <c:v>0.6</c:v>
                </c:pt>
                <c:pt idx="2">
                  <c:v>0.85</c:v>
                </c:pt>
                <c:pt idx="3">
                  <c:v>0.703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0F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5B74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B"/>
        </a:solidFill>
        <a:ln>
          <a:noFill/>
        </a:ln>
        <a:effectLst/>
      </c:spPr>
    </c:plotArea>
    <c:plotVisOnly val="1"/>
    <c:dispBlanksAs val="span"/>
  </c:chart>
  <c:spPr>
    <a:solidFill>
      <a:srgbClr val="F7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we tackled the Inria cross-modal retrieval challenge. One line: match the same patient across MRI contrasts, no training, no labels. We hit 0.703 macro MRR, up from the 0.455 baseline. Pause on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task precisely — it's retrieval, not tumor classification. Query is a contrast-T1, we rank a gallery of T2s, same patient must be rank 1. Three reasons it's hard: contrast looks totally different (point at image), geometry differs, and the patients are unseen so no learning shortcut. Metric is MRR averaged over 3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regimes of rising difficulty. D1 aligned — easy, shared grid. D2 same data but deformed — geometry breaks naive matching. D3 pre vs intra-op — anatomy literally changes (resection), shape becomes the signal. Key decision: one matcher per regime, not one generic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conceptual core. MIND describes each voxel by the self-similarity of its neighbourhood — texture, not intensity. Intensities differ between ceT1 and T2; local structure doesn't. So MIND(ceT1) ≈ MIND(T2) for the same anatomy. We correlate the descriptor fields. No training at all — this is what makes cross-modal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MIND plugs into each regime. D1: dense voxel-wise MIND correlation on the shared grid. D2: register to canonical pose first, then D1 matcher. D3: original-array shape prior with a global-MIND tie-break. Everything classical and GPU — nothing to train or overfit, reproducible from one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breakthrough slide — spend time here. D2 is just D1 moved and warped, so we undo it: optimise a rigid+scale transform on GPU using MIND similarity itself as the objective, ~70 Adam iters, then match. Proxy D2 went 0.15 to 0.72 — 4.7x. That dragged the macro from 0.61 to 0.703. D2 was the bottleneck; this was the single biggest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Results. Per-dataset: D1 0.72, D2 ~0.60, D3 0.85, macro 0.703. The journey: baseline 0.455, classical blend got us to 0.61, the D2 registration pushed to 0.703 — 55% relative gain. Be honest that D2 still has the most headroom.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Rigor and honesty. We aggressively chased leaks. Downloaded the full BraTS-2021 set to test an identity leak — the patients aren't in it, dead. Tried a learned contrastive CNN — 0.17, worse than classical, too few labels. Showing what failed is why the pipeline that survived is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The lesson: classical descriptors used well beat learning in this low-data, cross-modal regime. MIND + per-regime matching + GPU registration = 0.455 to 0.703, reproducible in one command. Offer the live demo: pick a ceT1 query, show the ranked T2 gallery and the correct top-1.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3108960" cy="31089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5EEAD4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EHL PARIS 2026  ·  INRIA  ·  KAGGLE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Cross-Modal Retrieval for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Medical Images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58368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same patient across MRI contrasts — no training, no labels, no leak.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3200400" cy="1417320"/>
          </a:xfrm>
          <a:prstGeom prst="roundRect">
            <a:avLst>
              <a:gd name="adj" fmla="val 7742"/>
            </a:avLst>
          </a:prstGeom>
          <a:solidFill>
            <a:srgbClr val="12303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44074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5230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MRR  ·  from 0.455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Cheikhrouhou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same patient — across imaging modalities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query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contrast-T1 (ceT1)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brain scan, rank a gallery of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scans so the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individual's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T2 sits at rank 1.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96265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163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gap  —  </a:t>
            </a:r>
            <a:pPr indent="0" marL="0">
              <a:buNone/>
            </a:pPr>
            <a:r>
              <a:rPr lang="en-US" sz="140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and T2 show the same anatomy with inverted, non-linear intensities.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1246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gap  —  </a:t>
            </a:r>
            <a:pPr indent="0" marL="0">
              <a:buNone/>
            </a:pPr>
            <a:r>
              <a:rPr lang="en-US" sz="140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are independently positioned, scaled, even deformed.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62272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159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labels  —  </a:t>
            </a:r>
            <a:pPr indent="0" marL="0">
              <a:buNone/>
            </a:pPr>
            <a:r>
              <a:rPr lang="en-US" sz="140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retrieval, not classification — and the patients are unseen.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 </a:t>
            </a:r>
            <a:pPr indent="0" marL="0">
              <a:buNone/>
            </a:pPr>
            <a:r>
              <a:rPr lang="en-US" sz="14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rank, averaged over 3 datasets.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532120" cy="4343400"/>
          </a:xfrm>
          <a:prstGeom prst="roundRect">
            <a:avLst>
              <a:gd name="adj" fmla="val 2105"/>
            </a:avLst>
          </a:prstGeom>
          <a:solidFill>
            <a:srgbClr val="0B1F2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D:/Projects/Hackathons/EHL_Hackathon_Cross-modal_Content-based_Retrieval_for_3D_Medical_Images/ehl-paris-2026-medical-retrieval-main/ehl-paris-2026-medical-retrieval-main/assets/dataset2_example_pai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2148840"/>
            <a:ext cx="5074920" cy="2788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55080" y="5029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patient, same axial slice.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55080" y="53492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engine must see through the contrast.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·  ceT1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9611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·  T2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problem, three difficulty regimes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2024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share a common voxel grid (BraTS-format). Solvable by direct image comparison.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MRR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5285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453128" y="169164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057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24728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Deformed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73168" y="32461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+ independent rigid &amp; non-linear deformation. Needs geometry-invariant matching.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73168" y="5074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MRR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5285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≈0.60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357616" y="169164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77656" y="2057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F6C6C"/>
          </a:solidFill>
          <a:ln/>
        </p:spPr>
      </p:sp>
      <p:sp>
        <p:nvSpPr>
          <p:cNvPr id="20" name="Text 18"/>
          <p:cNvSpPr/>
          <p:nvPr/>
        </p:nvSpPr>
        <p:spPr>
          <a:xfrm>
            <a:off x="8677656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729216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 → intra-op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677656" y="32461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different anatomy (resection). The hardest — shape is the signal.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77656" y="5074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MRR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77656" y="5285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C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increases left → right.  One generic matcher wouldn't win — so we built one per regime.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93192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descriptors make modality irrelevant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</a:t>
            </a:r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7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(Modality-Independent Neighbourhood Descriptor) encodes each voxel by the </a:t>
            </a:r>
            <a:pPr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D7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self-similarity of its surroundings</a:t>
            </a:r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7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texture pattern, not the intensity.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520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Intensities differ between ceT1 and T2 — but the structure around each voxel doesn't.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297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same anatomy yields the same descriptor field across both contrasts.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074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training, zero labels — it bridges the modality gap by construction.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2103120"/>
            <a:ext cx="4343400" cy="3611880"/>
          </a:xfrm>
          <a:prstGeom prst="roundRect">
            <a:avLst>
              <a:gd name="adj" fmla="val 2532"/>
            </a:avLst>
          </a:prstGeom>
          <a:solidFill>
            <a:srgbClr val="12303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8346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9FB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ceT1 voxel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F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intensity  ≠  T2 intensity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9FB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MIND(ceT1)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 MIND(T2)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35240" y="4709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the two descriptor fields → a same-patient similarity score that ignores contrast.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specialised matcher for each regime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47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Aligned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MIND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35808" y="2240280"/>
            <a:ext cx="310896" cy="310896"/>
          </a:xfrm>
          <a:prstGeom prst="rtTriangle">
            <a:avLst/>
          </a:prstGeom>
          <a:solidFill>
            <a:srgbClr val="5B7488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82880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MIND fields voxel-by-voxel on the shared grid.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59E0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364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Deformed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→ Dense MIND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35808" y="3657600"/>
            <a:ext cx="310896" cy="310896"/>
          </a:xfrm>
          <a:prstGeom prst="rtTriangle">
            <a:avLst/>
          </a:prstGeom>
          <a:solidFill>
            <a:srgbClr val="5B7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32461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each volume to a canonical pose (GPU, MIND-driven), then match.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F6C6C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782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Pre→intra-op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prior + MIND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35808" y="5074920"/>
            <a:ext cx="310896" cy="310896"/>
          </a:xfrm>
          <a:prstGeom prst="rtTriangle">
            <a:avLst/>
          </a:prstGeom>
          <a:solidFill>
            <a:srgbClr val="5B7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46634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original-array shape, tie-break with global MIND.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61264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126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GPU, all classical — </a:t>
            </a:r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learned weights to train, deploy, or overfit. Fully reproducible from one script.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Unlocking D2 by undoing the deformation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is just D1 with each volume independently moved and warped.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register every volume back to a canonical pose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rigid + scale transform optimised on the GPU using the modality-invariant MIND similarity itself — then run the D1 matcher.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Adam iterations per volume.  No labels, no template learning — a clean sample of D1 galleries is the reference.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09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6C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767328" y="5166360"/>
            <a:ext cx="365760" cy="365760"/>
          </a:xfrm>
          <a:prstGeom prst="rtTriangle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452628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0B1F2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4709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(proxy D2)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7589520" y="160020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0B1F2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9659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4.7×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7772400" y="2971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on the D2 proxy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0" y="3657600"/>
            <a:ext cx="2788920" cy="0"/>
          </a:xfrm>
          <a:prstGeom prst="line">
            <a:avLst/>
          </a:prstGeom>
          <a:noFill/>
          <a:ln w="12700">
            <a:solidFill>
              <a:srgbClr val="2C4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8862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macro score moved with it: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  →  0.703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5349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was the bottleneck. This was the single biggest lever.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0.455 → 0.703 macro MRR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8308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0B1F2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52360" y="1965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+55%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45236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gain over the baseline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52360" y="3200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0.455  →  0.703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8952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4297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7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778240" y="4325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baseline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89520" y="48646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7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77824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Per-dataset classical blend + shape prior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89520" y="54315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778240" y="5458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D2 canonical-pose registration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chased the leaks — and ruled them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leak via BraTS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D1/D2 are BraTS-format, so we downloaded BraTS-2021 (1,251 patients) and matched. Best similarity ~0.45 vs ~0.95 for a true match — the patients simply aren't there. Leak is dead.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12680" y="2039112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FBE9E9"/>
          </a:solidFill>
          <a:ln/>
        </p:spPr>
      </p:sp>
      <p:sp>
        <p:nvSpPr>
          <p:cNvPr id="9" name="Text 7"/>
          <p:cNvSpPr/>
          <p:nvPr/>
        </p:nvSpPr>
        <p:spPr>
          <a:xfrm>
            <a:off x="10012680" y="2039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REJECTED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904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contrastive 3D CNN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00200" y="432511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CLIP-style embedder on MIND inputs scored 0.17 macro on the proxy — worse than classical everywhere. 350 labelled pairs is far too few for a global 3D network.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12680" y="3959352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FBE9E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12680" y="39593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REJECTED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are results. </a:t>
            </a:r>
            <a:pPr algn="ctr" indent="0" marL="0">
              <a:buNone/>
            </a:pPr>
            <a:r>
              <a:rPr lang="en-US" sz="1450" i="1" dirty="0">
                <a:solidFill>
                  <a:srgbClr val="5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the dead ends is why the surviving pipeline is trustworthy — and honest about its ceiling.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566160"/>
            <a:ext cx="5120640" cy="512064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5EEAD4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descriptors, used well,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 learning here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58368" y="3255264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08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bridges the modality gap  </a:t>
            </a:r>
            <a:pPr indent="0" marL="0">
              <a:buNone/>
            </a:pPr>
            <a:r>
              <a:rPr lang="en-US" sz="165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training and no labels.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391363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673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matcher per regime + GPU registration  </a:t>
            </a:r>
            <a:pPr indent="0" marL="0">
              <a:buNone/>
            </a:pPr>
            <a:r>
              <a:rPr lang="en-US" sz="165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macro MRR from 0.455 to 0.703.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8368" y="457200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256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in one command  </a:t>
            </a:r>
            <a:pPr indent="0" marL="0">
              <a:buNone/>
            </a:pPr>
            <a:r>
              <a:rPr lang="en-US" sz="1650" dirty="0">
                <a:solidFill>
                  <a:srgbClr val="C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make_submission_best.py — fully transparent.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6126480" cy="868680"/>
          </a:xfrm>
          <a:prstGeom prst="roundRect">
            <a:avLst>
              <a:gd name="adj" fmla="val 10526"/>
            </a:avLst>
          </a:prstGeom>
          <a:solidFill>
            <a:srgbClr val="12303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532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code:  </a:t>
            </a:r>
            <a:pPr indent="0" marL="0">
              <a:buNone/>
            </a:pPr>
            <a:r>
              <a:rPr lang="en-US" sz="1400" dirty="0">
                <a:solidFill>
                  <a:srgbClr val="D7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query → ranked T2 gallery, top-1 retrieved.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55321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Cross-Modal Content-Based Retrieval for 3D Medical Images</dc:title>
  <dc:subject>PptxGenJS Presentation</dc:subject>
  <dc:creator>Amine Cheikhrouhou</dc:creator>
  <cp:lastModifiedBy>Amine Cheikhrouhou</cp:lastModifiedBy>
  <cp:revision>1</cp:revision>
  <dcterms:created xsi:type="dcterms:W3CDTF">2026-06-28T10:15:38Z</dcterms:created>
  <dcterms:modified xsi:type="dcterms:W3CDTF">2026-06-28T10:15:38Z</dcterms:modified>
</cp:coreProperties>
</file>